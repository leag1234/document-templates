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Attendees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31</c:v>
                </c:pt>
                <c:pt idx="2">
                  <c:v>28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ElixirOffice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three-slide sample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letters, reports and newsletters with the usual shortcuts.</a:t>
            </a:r>
          </a:p>
          <a:p>
            <a:r>
              <a:t>Build budgets and charts in the spreadsheet editor.</a:t>
            </a:r>
          </a:p>
          <a:p>
            <a:r>
              <a:t>Present your ideas with clean, consistent slides.</a:t>
            </a:r>
          </a:p>
          <a:p>
            <a:r>
              <a:t>Keep your files on your own server: nothing leaves without your say.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attendance (sample data)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ElixirOffice</dc:title>
  <dc:subject/>
  <dc:creator>ElixirOffice</dc:creator>
  <cp:keywords/>
  <dc:description>generated using python-pptx</dc:description>
  <cp:lastModifiedBy>Steve Canny</cp:lastModifiedBy>
  <cp:revision>1</cp:revision>
  <dcterms:created xsi:type="dcterms:W3CDTF">2026-01-15T09:00:00Z</dcterms:created>
  <dcterms:modified xsi:type="dcterms:W3CDTF">2026-01-15T09:00:00Z</dcterms:modified>
  <cp:category/>
</cp:coreProperties>
</file>